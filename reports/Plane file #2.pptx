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8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3DE1-1877-395A-4030-6CF15E188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C0109-13B5-DC20-1C08-01D70F6B2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AC085-C77B-B36A-CE48-C37A04B0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D4291-7BD1-B960-A4A5-DC217796A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3F129-568F-5A6F-0DED-9B3B7DC0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16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C631-E4F7-B204-08E2-628937273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645-84D2-5AB6-B0BA-C6F38FEDC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2DFB-79B7-B595-ECCC-40C27C6B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B8C3E-923B-20DC-33FD-F65A3AB9C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17DD7-A4D5-6925-E08B-128EF683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51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F0A1-A4D2-EA06-F4A1-87070214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D6900-054A-25EF-8359-7A2061AD1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03446-61E0-4241-D5C7-A434876E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DD88A-11A8-ABC8-E098-67338697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3F836-6A50-210E-27B7-BBDCE58C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35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05B-D6A2-8330-D5BD-30B41037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2434B-0092-BC45-8A03-4160A35D6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10691-54DB-6796-15A0-CE0F83384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5A0DB-47AE-53F8-AC29-8AEEF32C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7946D-23A5-FBF0-A8D5-2F4A7AF1C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2AC89-7C68-D2C4-9AE2-F07CC57C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05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2E0E-0B2D-E9BD-4A93-0CADACA2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36F9E-1CB4-9DB4-5296-2F2071B2D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C4BCA-17A9-2312-15BC-10784893D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7B4E4-D229-F23C-ED66-895C442B7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08F13-9D9C-B1C0-6340-24A3A296A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B1539B-EB0F-BC38-0F77-D346F8A4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97D971-BBA0-3254-0807-1FC75FE8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D76B4-0E95-50EA-EC84-322797D7C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68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5EA1-585B-3A4C-1BCD-6A87DD7A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57F1A-CFE1-36B2-97F3-C66564889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6B3BD-1D94-9BC8-E745-7557392F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CA585-7AE2-51A2-A1EB-0438EA51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11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2BDA70-D545-A88C-E171-BEB29683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1B2AA-D723-4412-9B6C-48A7C26FB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5604-8412-C2BE-4F36-31C9D195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8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99F3-9316-5C3B-EBE6-22518C3E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E2FDD-B9E0-5ACA-302C-AE8F88AC0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97C60-A543-E434-6C7E-72693A0DA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7CA9C-4568-FDDA-5991-F6508716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99411-A08E-196D-A3AA-24C59D70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E140-1C40-3DE1-86E6-6EF2F03F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75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043B2-61C3-AEF6-114E-98CDA513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E119C8-3FE6-1D94-3F75-62B6F33C7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AF0BA-D266-767D-86A3-529C7B15E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717C9-950A-126C-E238-F7904019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7D4B3-5234-26A2-35A4-ABA5AB1D2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B7537-7C79-E0EC-1469-82D167D4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06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C7DB-7F0F-5AE1-AFB3-9084E1DC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DA068-2EBB-60AB-E63B-591399186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2D7CF-422B-8A3C-57EA-D47C9622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C7C3F-E237-14FB-0BBE-5F07DA31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B64DD-8B5E-8058-4FB7-413727D1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19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AC2D3-1333-6F63-E888-86195B06B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21654-B8BD-A901-BF2D-BD05175ED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26EA7-30E6-975E-972E-66430900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871A0-0BF4-C6DB-4570-FCF83E54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25D83-0629-841A-B4B1-CE14DA9D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38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184DF-35B3-A100-4D7C-7ACD0E4F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10539-3426-D545-B9EB-959B9C35B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7438E-83F3-90B0-92E0-7148AE883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362B4-0A32-4C97-9E32-6FF4B496DA55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061AF-68C8-EDE0-BE12-E3264891F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B6CAA-F8AF-5147-63E8-8F07914E5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C4EB0-6431-40D7-AD98-CC5F00EE3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08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1BAD-86E2-3F50-A7E5-1283BFB18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Plane file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A2977-9F5D-E9CF-21BE-117A22CF6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59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Plane file #2</vt:lpstr>
    </vt:vector>
  </TitlesOfParts>
  <Company>NHS South, Central and West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THRUPP, Fiona (NHS BRISTOL, NORTH SOMERSET AND SOUTH GLOUCESTERSHIRE ICB - 15C)</dc:creator>
  <cp:lastModifiedBy>THRUPP, Fiona (NHS BRISTOL, NORTH SOMERSET AND SOUTH GLOUCESTERSHIRE ICB - 15C)</cp:lastModifiedBy>
  <cp:revision>1</cp:revision>
  <dcterms:created xsi:type="dcterms:W3CDTF">2026-01-06T13:54:35Z</dcterms:created>
  <dcterms:modified xsi:type="dcterms:W3CDTF">2026-01-06T13:54:59Z</dcterms:modified>
</cp:coreProperties>
</file>